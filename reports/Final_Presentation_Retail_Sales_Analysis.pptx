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C178AE-E376-779E-04FF-6E6E5A36EFDC}" v="59" dt="2026-06-21T07:35:24.8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AC8D6-18D5-4B0E-89DB-9EA5789B3AD4}" type="datetimeFigureOut"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BDF78-ACEB-4EC7-9413-42C4E7C03F5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39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github.com/chefmaahi/retail_sales_project&#8203;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ublic.tableau.com/app/profile/mahadev.kishan.gurram/viz/Realtimesalesperformanceanalyticsdashboardforretailbusiness/Real-TimeSalesPerformanceAnalyticsDashboard?publish=ye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github.com/chefmaahi/retail_sales_project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ublic.tableau.com/app/profile/mahadev.kishan.gurram/viz/Realtimesalesperformanceanalyticsdashboardforretailbusiness/Real-TimeSalesPerformanceAnalyticsDashboard?publish=y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16314F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06240"/>
            <a:ext cx="4114800" cy="4114800"/>
          </a:xfrm>
          <a:prstGeom prst="ellipse">
            <a:avLst/>
          </a:prstGeom>
          <a:solidFill>
            <a:srgbClr val="122742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1417320"/>
            <a:ext cx="9235440" cy="1143000"/>
          </a:xfrm>
          <a:prstGeom prst="roundRect">
            <a:avLst>
              <a:gd name="adj" fmla="val 40000"/>
            </a:avLst>
          </a:prstGeom>
          <a:solidFill>
            <a:srgbClr val="0D1B2A"/>
          </a:solidFill>
          <a:ln w="19050">
            <a:solidFill>
              <a:srgbClr val="E871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417320"/>
            <a:ext cx="9235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SALES PERFORMANCE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9235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Retail Businesses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  •  MCA Major Project  •  Subject Code: 23ONMCR-753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55848" y="397764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13283F"/>
          </a:solidFill>
          <a:ln w="12700">
            <a:solidFill>
              <a:srgbClr val="2342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4114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20640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Gurram Mahadev Kishan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4480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20640" y="4480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CUOL725165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4846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20640" y="4846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Anurag Goel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5212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20640" y="5212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 University  |  2024–26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3332" y="5989320"/>
            <a:ext cx="5136759" cy="339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/>
                <a:ea typeface="Calibri"/>
                <a:cs typeface="Calibri"/>
                <a:hlinkClick r:id="rId3"/>
              </a:rPr>
              <a:t>github.com/chefmaahi/retail_sales_project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51345" y="5989320"/>
            <a:ext cx="5175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  <a:ea typeface="+mn-lt"/>
                <a:cs typeface="+mn-lt"/>
                <a:hlinkClick r:id="rId4"/>
              </a:rPr>
              <a:t>Real-time sales performance analytics dashboard for retai business</a:t>
            </a:r>
            <a:endParaRPr lang="en-US" sz="11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74920" cy="1024128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46504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465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55448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5074920" cy="1024128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3512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3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2761488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System Architecture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968496"/>
            <a:ext cx="5074920" cy="1024128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16052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3968496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&amp; Database Design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175504"/>
            <a:ext cx="5074920" cy="1024128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5367528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367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5175504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Analytics &amp; Statistical Findings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080760" y="1554480"/>
            <a:ext cx="5074920" cy="1024128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746504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17465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0" y="155448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Models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080760" y="2761488"/>
            <a:ext cx="5074920" cy="1024128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2953512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953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0" y="2761488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Walkthrough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080760" y="3968496"/>
            <a:ext cx="5074920" cy="1024128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4160520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32320" y="3968496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Region-wise Analysis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6080760" y="5175504"/>
            <a:ext cx="5074920" cy="1024128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09360" y="5367528"/>
            <a:ext cx="640080" cy="64008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5367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7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32320" y="5175504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Tech Stack &amp; Conclusion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Performance Analytics Dashboard  |  Chandigarh University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retail sales analytics solution — from raw transactional data to a published, interactive Tableau dashboard. Built as an MCA Major Project demonstrating data engineering, analytics, forecasting, and business intelligence at an industry standard.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441448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$456K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182112"/>
            <a:ext cx="242316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2331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2441448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$136.8K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29000" y="3182112"/>
            <a:ext cx="242316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2331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2441448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17920" y="3182112"/>
            <a:ext cx="242316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15400" y="2331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06840" y="2441448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006840" y="3182112"/>
            <a:ext cx="242316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4087368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" y="4828032"/>
            <a:ext cx="242316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COVERED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3977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29000" y="4087368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429000" y="4828032"/>
            <a:ext cx="242316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3977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17920" y="4087368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217920" y="4828032"/>
            <a:ext cx="242316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DATA SOURCES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15400" y="39776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006840" y="4087368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006840" y="4828032"/>
            <a:ext cx="242316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Performance Analytics Dashboard  |  Chandigarh University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50800" dist="1905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E871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679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relational database for sales transactions and product details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5087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50800" dist="1905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737360"/>
            <a:ext cx="457200" cy="457200"/>
          </a:xfrm>
          <a:prstGeom prst="ellipse">
            <a:avLst/>
          </a:prstGeom>
          <a:solidFill>
            <a:srgbClr val="E8718A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Pipeline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679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Extract–Transform–Load to clean and validate raw CSV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50876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50800" dist="1905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737360"/>
            <a:ext cx="457200" cy="457200"/>
          </a:xfrm>
          <a:prstGeom prst="ellipse">
            <a:avLst/>
          </a:prstGeom>
          <a:solidFill>
            <a:srgbClr val="E8718A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58200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Analytics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58200" y="267919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Python/SQL modules computing revenue, profit margin &amp; conversion rate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blurRad="508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343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6908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statistical models predicting 6-month sales performance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5204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blurRad="508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3749040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17720" y="4343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Dashboard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17720" y="46908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with Region, Category &amp; Time filters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35204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blurRad="508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58200" y="3749040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58200" y="4343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Docs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58200" y="46908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automated tests + full documentation published to GitHub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Performance Analytics Dashboard  |  Chandigarh University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DATASET &amp;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transactions sourced from Kaggle, enriched with a Region dimension (Andhra Pradesh, Karnataka, Goa)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400800" cy="39319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/ 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to 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2023-01-01 to 2024-01-01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CUST0001 to CUST1000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/ Female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to 64 years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Beauty / Clothing / Electronics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Andhra Pradesh / Karnataka / Goa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to 4 units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 to $2,000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7315200" y="1783080"/>
            <a:ext cx="4297680" cy="658368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98080" y="17830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961120" y="17830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0" y="2560320"/>
            <a:ext cx="4297680" cy="658368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25603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961120" y="25603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315200" y="3337560"/>
            <a:ext cx="4297680" cy="658368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0" y="33375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961120" y="333756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0" y="4114800"/>
            <a:ext cx="4297680" cy="658368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0" y="411480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961120" y="41148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315200" y="4892040"/>
            <a:ext cx="4297680" cy="658368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0" y="48920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961120" y="48920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Performance Analytics Dashboard  |  Chandigarh University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C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DATASET &amp;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Star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05756" y="320040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E8718A"/>
          </a:solidFill>
          <a:ln/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05756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fact_sales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05756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transactions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54680" y="1920240"/>
            <a:ext cx="1293876" cy="0"/>
          </a:xfrm>
          <a:prstGeom prst="line">
            <a:avLst/>
          </a:prstGeom>
          <a:noFill/>
          <a:ln w="19050">
            <a:solidFill>
              <a:srgbClr val="3A5A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48556" y="1920240"/>
            <a:ext cx="0" cy="1783080"/>
          </a:xfrm>
          <a:prstGeom prst="line">
            <a:avLst/>
          </a:prstGeom>
          <a:noFill/>
          <a:ln w="19050">
            <a:solidFill>
              <a:srgbClr val="3A5A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48556" y="3703320"/>
            <a:ext cx="457200" cy="0"/>
          </a:xfrm>
          <a:prstGeom prst="line">
            <a:avLst/>
          </a:prstGeom>
          <a:noFill/>
          <a:ln w="19050">
            <a:solidFill>
              <a:srgbClr val="3A5A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40396" y="1920240"/>
            <a:ext cx="1312164" cy="0"/>
          </a:xfrm>
          <a:prstGeom prst="line">
            <a:avLst/>
          </a:prstGeom>
          <a:noFill/>
          <a:ln w="19050">
            <a:solidFill>
              <a:srgbClr val="3A5A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40396" y="1920240"/>
            <a:ext cx="0" cy="1783080"/>
          </a:xfrm>
          <a:prstGeom prst="line">
            <a:avLst/>
          </a:prstGeom>
          <a:noFill/>
          <a:ln w="19050">
            <a:solidFill>
              <a:srgbClr val="3A5A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83196" y="3703320"/>
            <a:ext cx="457200" cy="0"/>
          </a:xfrm>
          <a:prstGeom prst="line">
            <a:avLst/>
          </a:prstGeom>
          <a:noFill/>
          <a:ln w="19050">
            <a:solidFill>
              <a:srgbClr val="3A5A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5623560"/>
            <a:ext cx="1293876" cy="0"/>
          </a:xfrm>
          <a:prstGeom prst="line">
            <a:avLst/>
          </a:prstGeom>
          <a:noFill/>
          <a:ln w="19050">
            <a:solidFill>
              <a:srgbClr val="3A5A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48556" y="3703320"/>
            <a:ext cx="0" cy="1920240"/>
          </a:xfrm>
          <a:prstGeom prst="line">
            <a:avLst/>
          </a:prstGeom>
          <a:noFill/>
          <a:ln w="19050">
            <a:solidFill>
              <a:srgbClr val="3A5A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8556" y="3703320"/>
            <a:ext cx="457200" cy="0"/>
          </a:xfrm>
          <a:prstGeom prst="line">
            <a:avLst/>
          </a:prstGeom>
          <a:noFill/>
          <a:ln w="19050">
            <a:solidFill>
              <a:srgbClr val="3A5A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40396" y="5623560"/>
            <a:ext cx="1312164" cy="0"/>
          </a:xfrm>
          <a:prstGeom prst="line">
            <a:avLst/>
          </a:prstGeom>
          <a:noFill/>
          <a:ln w="19050">
            <a:solidFill>
              <a:srgbClr val="3A5A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40396" y="3703320"/>
            <a:ext cx="0" cy="1920240"/>
          </a:xfrm>
          <a:prstGeom prst="line">
            <a:avLst/>
          </a:prstGeom>
          <a:noFill/>
          <a:ln w="19050">
            <a:solidFill>
              <a:srgbClr val="3A5A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83196" y="3703320"/>
            <a:ext cx="457200" cy="0"/>
          </a:xfrm>
          <a:prstGeom prst="line">
            <a:avLst/>
          </a:prstGeom>
          <a:noFill/>
          <a:ln w="19050">
            <a:solidFill>
              <a:srgbClr val="3A5A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141732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13283F"/>
          </a:solidFill>
          <a:ln w="15875">
            <a:solidFill>
              <a:srgbClr val="2A4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dim_date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05840" y="1874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quarter, month,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week, is_weekend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52560" y="141732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13283F"/>
          </a:solidFill>
          <a:ln w="15875">
            <a:solidFill>
              <a:srgbClr val="2A4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dim_customers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44000" y="1874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age,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age_group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4400" y="512064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13283F"/>
          </a:solidFill>
          <a:ln w="15875">
            <a:solidFill>
              <a:srgbClr val="2A4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212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dim_products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05840" y="5577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price_per_unit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052560" y="512064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13283F"/>
          </a:solidFill>
          <a:ln w="15875">
            <a:solidFill>
              <a:srgbClr val="2A4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0" y="5212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dim_region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144000" y="5577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Karnataka, Goa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Performance Analytics Dashboard  |  Chandigarh University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Performance Analytics Dashboard  |  Chandigarh University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ETL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Pipeline — 4 Stage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A0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raw CSV via pandas. Logs row count and column structure.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0108" y="2441448"/>
            <a:ext cx="237744" cy="23774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5087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C3A5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A0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66160" y="2103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66160" y="25603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dates, removes duplicates, filters invalid values, standardises fields.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4748" y="2441448"/>
            <a:ext cx="237744" cy="23774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5087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8718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A0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2103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0" y="25603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Derives date features, age groups, region mapping, profit at 30% margin.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19388" y="2441448"/>
            <a:ext cx="237744" cy="23774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9" name="Shape 17"/>
          <p:cNvSpPr/>
          <p:nvPr/>
        </p:nvSpPr>
        <p:spPr>
          <a:xfrm>
            <a:off x="9052560" y="15087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B8557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3544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A0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35440" y="21031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235440" y="25603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dimensions + fact table into SQLite; builds 3 aggregate tables + indexes.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 loaded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5176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51960" y="3977640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cleaning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5508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(0 dropped)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55280" y="3977640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 rows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05840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345 unique dates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544568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5445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dim_customers rows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651760" y="4544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unique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51960" y="4544568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45445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 rows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55080" y="4544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transactions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955280" y="4544568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92440" y="45445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runtime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058400" y="4544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second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Performance Analytics Dashboard  |  Chandigarh University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KPI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Revenue KPIs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492240" cy="35204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$456,000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SUM(total_amount)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Profit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$136,800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SUM(total_amount) × 0.30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Margin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SUM(profit) / SUM(revenue) × 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Order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$476.69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SUM(total_amount) / COUNT(orders)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/ Unique Customers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Units Sold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SUM(quantity)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06056" y="1636776"/>
            <a:ext cx="4407408" cy="658368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pptx_project/images/02_kpi_card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60920" y="1691640"/>
            <a:ext cx="429768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60920" y="2377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Tableau KPI Scorecards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360920" y="3108960"/>
            <a:ext cx="4297680" cy="2286000"/>
          </a:xfrm>
          <a:prstGeom prst="roundRect">
            <a:avLst>
              <a:gd name="adj" fmla="val 3200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5"/>
          <p:cNvSpPr/>
          <p:nvPr/>
        </p:nvSpPr>
        <p:spPr>
          <a:xfrm>
            <a:off x="758952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589520" y="361188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30% profit margin across all categories indicates a well-controlled, predictable cost structure — providing a strong foundation for scaling revenue without compressing profitability.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Performance Analytics Dashboard  |  Chandigarh University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KPI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Conversion by Category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362456"/>
            <a:ext cx="6967728" cy="4956048"/>
          </a:xfrm>
          <a:prstGeom prst="roundRect">
            <a:avLst>
              <a:gd name="adj" fmla="val 110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pptx_project/images/04_catego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685800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9520" y="1417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Breakdown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589520" y="192024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1993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0" y="2331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$156,905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92640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34.4%</a:t>
            </a:r>
            <a:endParaRPr lang="en-US" sz="1000" dirty="0"/>
          </a:p>
          <a:p>
            <a:pPr marL="0" indent="0" algn="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34.2%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589520" y="29718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3044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772400" y="3383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$155,580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92640" y="3063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34.1%</a:t>
            </a:r>
            <a:endParaRPr lang="en-US" sz="1000" dirty="0"/>
          </a:p>
          <a:p>
            <a:pPr marL="0" indent="0" algn="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35.1%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589520" y="40233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0" y="4096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Beauty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772400" y="44348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$143,515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692640" y="41148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31.5%</a:t>
            </a:r>
            <a:endParaRPr lang="en-US" sz="1000" dirty="0"/>
          </a:p>
          <a:p>
            <a:pPr marL="0" indent="0" algn="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30.7%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589520" y="51206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evenly split across all 3 categories — reducing single-category dependency risk.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Performance Analytics Dashboard  |  Chandigarh University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KPI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Seasonality &amp; Trend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362456"/>
            <a:ext cx="11173968" cy="3721608"/>
          </a:xfrm>
          <a:prstGeom prst="roundRect">
            <a:avLst>
              <a:gd name="adj" fmla="val 147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pptx_project/images/05_monthly_revenu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11064240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25780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5349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5779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 — $53,150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37560" y="525780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74720" y="5349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September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474720" y="5779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 Month — $23,620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525780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63640" y="5349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+$144.90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263640" y="5779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Growth Slope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915400" y="525780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052560" y="5349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20.4%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052560" y="5779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Variation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Performance Analytics Dashboard  |  Chandigarh University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KPI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Demographics: Age &amp; Gender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362456"/>
            <a:ext cx="11173968" cy="5184648"/>
          </a:xfrm>
          <a:prstGeom prst="roundRect">
            <a:avLst>
              <a:gd name="adj" fmla="val 105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pptx_project/images/01_age_gend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11064240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Performance Analytics Dashboard  |  Chandigarh University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SALES FORECASTING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Models —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Average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rolling window average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224028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44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short-term noise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645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66160" y="2240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trend line: y = a + bx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66160" y="2834640"/>
            <a:ext cx="224028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944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long-term trend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645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Naive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0" y="2240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month, prior year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0" y="2834640"/>
            <a:ext cx="224028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944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seasonal patterns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52560" y="14630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E8718A"/>
          </a:solidFill>
          <a:ln w="12700">
            <a:solidFill>
              <a:srgbClr val="E8718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35440" y="1645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(Final)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235440" y="2240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all 3 ± 10% CI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235440" y="2834640"/>
            <a:ext cx="2240280" cy="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29443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individual model error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Analysis Summary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420624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297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Upward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85800" y="47365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Direction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420624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4297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$38,000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383280" y="47365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Monthly Revenue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0" y="420624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6080760" y="4297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$7,745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080760" y="47365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Deviation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641080" y="420624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8778240" y="4297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20.38%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778240" y="47365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Coeff. of Variation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Performance Analytics Dashboard  |  Chandigarh University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SALES FORECASTING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6-Month Ensemble Forecast (Jan–Jun 2024)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316736"/>
            <a:ext cx="11173968" cy="2304288"/>
          </a:xfrm>
          <a:prstGeom prst="roundRect">
            <a:avLst>
              <a:gd name="adj" fmla="val 238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pptx_project/images/06_forecas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71600"/>
            <a:ext cx="11064240" cy="219456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45952" cy="1536192"/>
        </p:xfrm>
        <a:graphic>
          <a:graphicData uri="http://schemas.openxmlformats.org/drawingml/2006/table">
            <a:tbl>
              <a:tblPr/>
              <a:tblGrid>
                <a:gridCol w="1380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$38,776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$34,898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$42,653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$38,268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$34,442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$42,095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$41,192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$37,073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$45,312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$44,701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$40,231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$49,172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$36,844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$33,159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$40,528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$39,383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$35,444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$43,321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48640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E8718A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54864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H1 2024 Projected Revenue: $239,164   (Range: $215,247 – $262,081)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Performance Analytics Dashboard  |  Chandigarh University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TABLEAU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 Dashboard — 10 Interactive Sheets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224528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Sheet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Spending Analysis by Age &amp; Gender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01_sales_transactions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Stacked Bar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Amount Spent by Gender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01_sales_transactions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 Chart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Rate by Age 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04_customer_demographics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Bar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Scorecards (6 cards)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01_sales_transactions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 /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Rate by 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03_category_performance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Bar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by Product 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01_sales_transactions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Bar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 &amp; Profit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01_sales_transactions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Dual-Axis Line/Area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Sales 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01_sales_transactions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with Labels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Forecast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05_forecasts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+ CI Band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&amp; Seasonality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07/08/09 region files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/ Heatmap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9788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URL: public.tableau.com/app/profile/mahadev.kishan.gurram/viz/Realtimesalesperformanceanalyticsdashboardforretailbusiness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Performance Analytics Dashboard  |  Chandigarh University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C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TABLEAU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Filters for Every 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sheet in the dashboard responds in real time to five global filters, letting stakeholders drill into exactly the slice of business they care about.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6217920" cy="713232"/>
          </a:xfrm>
          <a:prstGeom prst="roundRect">
            <a:avLst>
              <a:gd name="adj" fmla="val 7692"/>
            </a:avLst>
          </a:prstGeom>
          <a:solidFill>
            <a:srgbClr val="13283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04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6791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Pradesh, Karnataka, Goa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172968"/>
            <a:ext cx="6217920" cy="713232"/>
          </a:xfrm>
          <a:prstGeom prst="roundRect">
            <a:avLst>
              <a:gd name="adj" fmla="val 7692"/>
            </a:avLst>
          </a:prstGeom>
          <a:solidFill>
            <a:srgbClr val="13283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Beauty, Clothing, Electronics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014216"/>
            <a:ext cx="6217920" cy="713232"/>
          </a:xfrm>
          <a:prstGeom prst="roundRect">
            <a:avLst>
              <a:gd name="adj" fmla="val 7692"/>
            </a:avLst>
          </a:prstGeom>
          <a:solidFill>
            <a:srgbClr val="13283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87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of Date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43616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/ 2024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855464"/>
            <a:ext cx="6217920" cy="713232"/>
          </a:xfrm>
          <a:prstGeom prst="roundRect">
            <a:avLst>
              <a:gd name="adj" fmla="val 7692"/>
            </a:avLst>
          </a:prstGeom>
          <a:solidFill>
            <a:srgbClr val="13283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9286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of Date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520293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– Q4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696712"/>
            <a:ext cx="6217920" cy="713232"/>
          </a:xfrm>
          <a:prstGeom prst="roundRect">
            <a:avLst>
              <a:gd name="adj" fmla="val 7692"/>
            </a:avLst>
          </a:prstGeom>
          <a:solidFill>
            <a:srgbClr val="13283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7698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of Date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60441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– December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34656" y="931296"/>
            <a:ext cx="3966528" cy="5843808"/>
          </a:xfrm>
          <a:prstGeom prst="roundRect">
            <a:avLst>
              <a:gd name="adj" fmla="val 2830"/>
            </a:avLst>
          </a:prstGeom>
          <a:solidFill>
            <a:srgbClr val="13283F"/>
          </a:solidFill>
          <a:ln w="12700">
            <a:solidFill>
              <a:srgbClr val="13283F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0" descr="/home/claude/pptx_project/images/03_filte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53520" y="1274160"/>
            <a:ext cx="3322800" cy="52120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Performance Analytics Dashboard  |  Chandigarh University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Performance Analytics Dashboard  |  Chandigarh University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REGION-WISE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Revenue, Category &amp; Seasonality by Region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316736"/>
            <a:ext cx="7059168" cy="5184648"/>
          </a:xfrm>
          <a:prstGeom prst="roundRect">
            <a:avLst>
              <a:gd name="adj" fmla="val 105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claude/pptx_project/images/07_reg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71600"/>
            <a:ext cx="6949440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2668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 Leaderboard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26680" y="1874520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09560" y="1947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Andhra Pradesh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0956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₹1,96,710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149840" y="187452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43.1%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726680" y="2862072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9560" y="29352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Karnataka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09560" y="3273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₹1,47,220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149840" y="2862072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32.3%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726680" y="3849624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F4F6FA"/>
          </a:solidFill>
          <a:ln w="12700">
            <a:solidFill>
              <a:srgbClr val="E3E7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09560" y="3922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909560" y="42611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1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₹1,12,070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149840" y="3849624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24.6%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726680" y="4928616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 leads with 43.1% revenue share and the strongest growth trend — a clear priority market for expanded marketing investment.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Performance Analytics Dashboard  |  Chandigarh University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FINDINGS &amp;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grows steadily at +$144.90/month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is peak ($53,150); September is trough ($23,620)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 leads regions with 43.1% revenue share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mix is balanced — no single-category risk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repeat buyers — major retention opportunity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63640" y="1371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RECOMMENDATIONS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173736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loyalty programme (+15–20% revenue potential)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Pre-May inventory build-up to prevent stockouts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promotional campaign to offset the trough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marketing focus in Andhra Pradesh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PostgreSQL for production-scale growth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4864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513892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delivers a complete, production-quality retail analytics solution — from raw CSV to a published, filterable Tableau dashboard — covering 1,000+ transactions across 3 regions, with 25 automated tests validating every stage of the pipeline.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Sales Performance Analytics Dashboard  |  Chandigarh University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16314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657600" cy="3657600"/>
          </a:xfrm>
          <a:prstGeom prst="ellipse">
            <a:avLst/>
          </a:prstGeom>
          <a:solidFill>
            <a:srgbClr val="12274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7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87552"/>
            <a:ext cx="164592" cy="164592"/>
          </a:xfrm>
          <a:prstGeom prst="ellipse">
            <a:avLst/>
          </a:prstGeom>
          <a:solidFill>
            <a:srgbClr val="E8718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914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91840" y="987552"/>
            <a:ext cx="164592" cy="164592"/>
          </a:xfrm>
          <a:prstGeom prst="ellipse">
            <a:avLst/>
          </a:prstGeom>
          <a:solidFill>
            <a:srgbClr val="E8718A"/>
          </a:solidFill>
          <a:ln/>
        </p:spPr>
      </p:sp>
      <p:sp>
        <p:nvSpPr>
          <p:cNvPr id="8" name="Text 6"/>
          <p:cNvSpPr/>
          <p:nvPr/>
        </p:nvSpPr>
        <p:spPr>
          <a:xfrm>
            <a:off x="3584448" y="914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490472"/>
            <a:ext cx="164592" cy="164592"/>
          </a:xfrm>
          <a:prstGeom prst="ellipse">
            <a:avLst/>
          </a:prstGeom>
          <a:solidFill>
            <a:srgbClr val="E8718A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(Star Schema)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91840" y="1490472"/>
            <a:ext cx="164592" cy="164592"/>
          </a:xfrm>
          <a:prstGeom prst="ellipse">
            <a:avLst/>
          </a:prstGeom>
          <a:solidFill>
            <a:srgbClr val="E8718A"/>
          </a:solidFill>
          <a:ln/>
        </p:spPr>
      </p:sp>
      <p:sp>
        <p:nvSpPr>
          <p:cNvPr id="12" name="Text 10"/>
          <p:cNvSpPr/>
          <p:nvPr/>
        </p:nvSpPr>
        <p:spPr>
          <a:xfrm>
            <a:off x="3584448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993392"/>
            <a:ext cx="164592" cy="164592"/>
          </a:xfrm>
          <a:prstGeom prst="ellipse">
            <a:avLst/>
          </a:prstGeom>
          <a:solidFill>
            <a:srgbClr val="E8718A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91840" y="1993392"/>
            <a:ext cx="164592" cy="164592"/>
          </a:xfrm>
          <a:prstGeom prst="ellipse">
            <a:avLst/>
          </a:prstGeom>
          <a:solidFill>
            <a:srgbClr val="E8718A"/>
          </a:solidFill>
          <a:ln/>
        </p:spPr>
      </p:sp>
      <p:sp>
        <p:nvSpPr>
          <p:cNvPr id="16" name="Text 14"/>
          <p:cNvSpPr/>
          <p:nvPr/>
        </p:nvSpPr>
        <p:spPr>
          <a:xfrm>
            <a:off x="3584448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Unit Tests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27889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548640" y="3703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664648" y="4392840"/>
            <a:ext cx="6922800" cy="2052480"/>
          </a:xfrm>
          <a:prstGeom prst="roundRect">
            <a:avLst>
              <a:gd name="adj" fmla="val 4706"/>
            </a:avLst>
          </a:prstGeom>
          <a:solidFill>
            <a:srgbClr val="13283F"/>
          </a:solidFill>
          <a:ln w="12700">
            <a:solidFill>
              <a:srgbClr val="2A4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98648" y="4572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Gurram Mahadev Kishan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898648" y="49560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UID: CUOL725165  |  Chandigarh University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98648" y="5349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718A"/>
                </a:solidFill>
                <a:latin typeface="Calibri"/>
                <a:ea typeface="Calibri"/>
                <a:cs typeface="Calibri"/>
                <a:hlinkClick r:id="rId3"/>
              </a:rPr>
              <a:t>github.com/chefmaahi/retail_sales_project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80648" y="5761560"/>
            <a:ext cx="6400800" cy="45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718A"/>
                </a:solidFill>
                <a:ea typeface="+mn-lt"/>
                <a:cs typeface="+mn-lt"/>
                <a:hlinkClick r:id="rId4"/>
              </a:rPr>
              <a:t>https://public.tableau.com/app/profile/mahadev.kishan.gurram/viz/Realtimesalesperformanceanalyticsdashboardforretailbusiness/Real-TimeSalesPerformanceAnalyticsDashboard?publish=yes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Sales Performance Analytics Dashboard</dc:title>
  <dc:subject>PptxGenJS Presentation</dc:subject>
  <dc:creator>Gurram Mahadev Kishan</dc:creator>
  <cp:lastModifiedBy>Gurram Mahadev Kishan</cp:lastModifiedBy>
  <cp:revision>34</cp:revision>
  <dcterms:created xsi:type="dcterms:W3CDTF">2026-06-19T21:04:20Z</dcterms:created>
  <dcterms:modified xsi:type="dcterms:W3CDTF">2026-06-21T07:37:25Z</dcterms:modified>
</cp:coreProperties>
</file>